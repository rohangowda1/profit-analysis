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4" r:id="rId2"/>
    <p:sldId id="256" r:id="rId3"/>
    <p:sldId id="257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112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74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80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7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48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48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8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25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09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2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69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177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00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94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5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36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111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63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6EA357B-93D9-461F-A541-6BC5A79F962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C028687-F3AA-4E9B-B1E1-772CFB756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62A6D1-9C31-4030-B317-83B6E1AD7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DEED4D0-CB9D-428B-8A4D-D979C9BFD839}"/>
              </a:ext>
            </a:extLst>
          </p:cNvPr>
          <p:cNvSpPr/>
          <p:nvPr/>
        </p:nvSpPr>
        <p:spPr>
          <a:xfrm>
            <a:off x="1480075" y="0"/>
            <a:ext cx="10711925" cy="6858000"/>
          </a:xfrm>
          <a:custGeom>
            <a:avLst/>
            <a:gdLst/>
            <a:ahLst/>
            <a:cxnLst/>
            <a:rect l="l" t="t" r="r" b="b"/>
            <a:pathLst>
              <a:path w="10711925" h="6858000">
                <a:moveTo>
                  <a:pt x="5733412" y="2419417"/>
                </a:moveTo>
                <a:lnTo>
                  <a:pt x="5733412" y="2454787"/>
                </a:lnTo>
                <a:cubicBezTo>
                  <a:pt x="5733412" y="2482358"/>
                  <a:pt x="5728969" y="2504758"/>
                  <a:pt x="5720081" y="2521990"/>
                </a:cubicBezTo>
                <a:lnTo>
                  <a:pt x="5697664" y="2543732"/>
                </a:lnTo>
                <a:lnTo>
                  <a:pt x="5637632" y="2448436"/>
                </a:lnTo>
                <a:lnTo>
                  <a:pt x="5638186" y="2448257"/>
                </a:lnTo>
                <a:cubicBezTo>
                  <a:pt x="5671198" y="2439914"/>
                  <a:pt x="5702940" y="2430300"/>
                  <a:pt x="5733412" y="2419417"/>
                </a:cubicBezTo>
                <a:close/>
                <a:moveTo>
                  <a:pt x="5576915" y="2352052"/>
                </a:moveTo>
                <a:lnTo>
                  <a:pt x="5637632" y="2448436"/>
                </a:lnTo>
                <a:lnTo>
                  <a:pt x="5583090" y="2466078"/>
                </a:lnTo>
                <a:cubicBezTo>
                  <a:pt x="5568852" y="2471973"/>
                  <a:pt x="5558740" y="2477823"/>
                  <a:pt x="5552754" y="2483627"/>
                </a:cubicBezTo>
                <a:cubicBezTo>
                  <a:pt x="5540420" y="2495599"/>
                  <a:pt x="5534253" y="2509202"/>
                  <a:pt x="5534253" y="2524439"/>
                </a:cubicBezTo>
                <a:cubicBezTo>
                  <a:pt x="5534253" y="2541852"/>
                  <a:pt x="5540329" y="2556090"/>
                  <a:pt x="5552482" y="2567155"/>
                </a:cubicBezTo>
                <a:cubicBezTo>
                  <a:pt x="5564634" y="2578219"/>
                  <a:pt x="5582501" y="2583751"/>
                  <a:pt x="5606081" y="2583751"/>
                </a:cubicBezTo>
                <a:cubicBezTo>
                  <a:pt x="5630749" y="2583751"/>
                  <a:pt x="5653694" y="2577766"/>
                  <a:pt x="5674916" y="2565794"/>
                </a:cubicBezTo>
                <a:lnTo>
                  <a:pt x="5697664" y="2543732"/>
                </a:lnTo>
                <a:lnTo>
                  <a:pt x="5792119" y="2693670"/>
                </a:lnTo>
                <a:lnTo>
                  <a:pt x="5769871" y="2693670"/>
                </a:lnTo>
                <a:cubicBezTo>
                  <a:pt x="5761527" y="2678797"/>
                  <a:pt x="5756086" y="2667460"/>
                  <a:pt x="5753546" y="2659661"/>
                </a:cubicBezTo>
                <a:cubicBezTo>
                  <a:pt x="5751007" y="2651861"/>
                  <a:pt x="5748467" y="2639618"/>
                  <a:pt x="5745928" y="2622931"/>
                </a:cubicBezTo>
                <a:cubicBezTo>
                  <a:pt x="5716906" y="2650864"/>
                  <a:pt x="5688066" y="2670816"/>
                  <a:pt x="5659408" y="2682787"/>
                </a:cubicBezTo>
                <a:cubicBezTo>
                  <a:pt x="5620229" y="2698749"/>
                  <a:pt x="5574701" y="2706730"/>
                  <a:pt x="5522825" y="2706730"/>
                </a:cubicBezTo>
                <a:cubicBezTo>
                  <a:pt x="5453899" y="2706730"/>
                  <a:pt x="5401570" y="2690768"/>
                  <a:pt x="5365837" y="2658845"/>
                </a:cubicBezTo>
                <a:cubicBezTo>
                  <a:pt x="5330105" y="2626921"/>
                  <a:pt x="5312238" y="2587560"/>
                  <a:pt x="5312238" y="2540763"/>
                </a:cubicBezTo>
                <a:cubicBezTo>
                  <a:pt x="5312238" y="2496868"/>
                  <a:pt x="5325116" y="2460773"/>
                  <a:pt x="5350873" y="2432477"/>
                </a:cubicBezTo>
                <a:cubicBezTo>
                  <a:pt x="5376630" y="2404181"/>
                  <a:pt x="5424152" y="2383140"/>
                  <a:pt x="5493441" y="2369355"/>
                </a:cubicBezTo>
                <a:close/>
                <a:moveTo>
                  <a:pt x="1607204" y="2255083"/>
                </a:moveTo>
                <a:cubicBezTo>
                  <a:pt x="1574918" y="2255083"/>
                  <a:pt x="1548254" y="2267508"/>
                  <a:pt x="1527214" y="2292357"/>
                </a:cubicBezTo>
                <a:cubicBezTo>
                  <a:pt x="1506173" y="2317207"/>
                  <a:pt x="1495653" y="2355026"/>
                  <a:pt x="1495653" y="2405813"/>
                </a:cubicBezTo>
                <a:cubicBezTo>
                  <a:pt x="1495653" y="2457326"/>
                  <a:pt x="1506082" y="2495417"/>
                  <a:pt x="1526942" y="2520085"/>
                </a:cubicBezTo>
                <a:cubicBezTo>
                  <a:pt x="1547801" y="2544754"/>
                  <a:pt x="1574011" y="2557088"/>
                  <a:pt x="1605572" y="2557088"/>
                </a:cubicBezTo>
                <a:cubicBezTo>
                  <a:pt x="1637495" y="2557088"/>
                  <a:pt x="1663705" y="2544935"/>
                  <a:pt x="1684202" y="2520630"/>
                </a:cubicBezTo>
                <a:cubicBezTo>
                  <a:pt x="1704698" y="2496324"/>
                  <a:pt x="1714946" y="2457326"/>
                  <a:pt x="1714946" y="2403637"/>
                </a:cubicBezTo>
                <a:cubicBezTo>
                  <a:pt x="1714946" y="2353575"/>
                  <a:pt x="1704608" y="2316300"/>
                  <a:pt x="1683930" y="2291813"/>
                </a:cubicBezTo>
                <a:cubicBezTo>
                  <a:pt x="1663252" y="2267327"/>
                  <a:pt x="1637677" y="2255083"/>
                  <a:pt x="1607204" y="2255083"/>
                </a:cubicBezTo>
                <a:close/>
                <a:moveTo>
                  <a:pt x="5657231" y="2234405"/>
                </a:moveTo>
                <a:cubicBezTo>
                  <a:pt x="5685527" y="2234405"/>
                  <a:pt x="5705298" y="2239847"/>
                  <a:pt x="5716544" y="2250730"/>
                </a:cubicBezTo>
                <a:cubicBezTo>
                  <a:pt x="5727790" y="2261613"/>
                  <a:pt x="5733412" y="2280658"/>
                  <a:pt x="5733412" y="2307866"/>
                </a:cubicBezTo>
                <a:cubicBezTo>
                  <a:pt x="5705842" y="2318749"/>
                  <a:pt x="5679723" y="2327546"/>
                  <a:pt x="5655054" y="2334257"/>
                </a:cubicBezTo>
                <a:cubicBezTo>
                  <a:pt x="5642720" y="2337613"/>
                  <a:pt x="5623086" y="2342215"/>
                  <a:pt x="5596150" y="2348065"/>
                </a:cubicBezTo>
                <a:lnTo>
                  <a:pt x="5576915" y="2352052"/>
                </a:lnTo>
                <a:lnTo>
                  <a:pt x="5543341" y="2298758"/>
                </a:lnTo>
                <a:lnTo>
                  <a:pt x="5556427" y="2271408"/>
                </a:lnTo>
                <a:cubicBezTo>
                  <a:pt x="5562140" y="2262883"/>
                  <a:pt x="5568534" y="2256353"/>
                  <a:pt x="5575608" y="2251818"/>
                </a:cubicBezTo>
                <a:cubicBezTo>
                  <a:pt x="5593747" y="2240210"/>
                  <a:pt x="5620954" y="2234405"/>
                  <a:pt x="5657231" y="2234405"/>
                </a:cubicBezTo>
                <a:close/>
                <a:moveTo>
                  <a:pt x="5440011" y="2134730"/>
                </a:moveTo>
                <a:lnTo>
                  <a:pt x="5543341" y="2298758"/>
                </a:lnTo>
                <a:lnTo>
                  <a:pt x="5541327" y="2302968"/>
                </a:lnTo>
                <a:lnTo>
                  <a:pt x="5329651" y="2280658"/>
                </a:lnTo>
                <a:cubicBezTo>
                  <a:pt x="5337632" y="2243656"/>
                  <a:pt x="5349150" y="2214544"/>
                  <a:pt x="5364205" y="2193322"/>
                </a:cubicBezTo>
                <a:cubicBezTo>
                  <a:pt x="5379260" y="2172100"/>
                  <a:pt x="5400935" y="2153689"/>
                  <a:pt x="5429231" y="2138090"/>
                </a:cubicBezTo>
                <a:close/>
                <a:moveTo>
                  <a:pt x="7833633" y="2115780"/>
                </a:moveTo>
                <a:lnTo>
                  <a:pt x="7833633" y="2693670"/>
                </a:lnTo>
                <a:lnTo>
                  <a:pt x="8055103" y="2693670"/>
                </a:lnTo>
                <a:lnTo>
                  <a:pt x="8055103" y="2115780"/>
                </a:lnTo>
                <a:close/>
                <a:moveTo>
                  <a:pt x="6409255" y="2115780"/>
                </a:moveTo>
                <a:lnTo>
                  <a:pt x="6651760" y="2693568"/>
                </a:lnTo>
                <a:cubicBezTo>
                  <a:pt x="6640526" y="2724443"/>
                  <a:pt x="6626844" y="2745874"/>
                  <a:pt x="6610715" y="2757859"/>
                </a:cubicBezTo>
                <a:cubicBezTo>
                  <a:pt x="6594585" y="2769845"/>
                  <a:pt x="6573473" y="2775837"/>
                  <a:pt x="6547376" y="2775837"/>
                </a:cubicBezTo>
                <a:cubicBezTo>
                  <a:pt x="6508231" y="2775837"/>
                  <a:pt x="6472711" y="2770758"/>
                  <a:pt x="6440816" y="2760601"/>
                </a:cubicBezTo>
                <a:lnTo>
                  <a:pt x="6458212" y="2915141"/>
                </a:lnTo>
                <a:cubicBezTo>
                  <a:pt x="6524933" y="2923847"/>
                  <a:pt x="6574250" y="2928200"/>
                  <a:pt x="6606162" y="2928200"/>
                </a:cubicBezTo>
                <a:cubicBezTo>
                  <a:pt x="6684849" y="2928200"/>
                  <a:pt x="6743410" y="2910773"/>
                  <a:pt x="6781847" y="2875919"/>
                </a:cubicBezTo>
                <a:cubicBezTo>
                  <a:pt x="6809043" y="2851234"/>
                  <a:pt x="6835695" y="2803677"/>
                  <a:pt x="6861803" y="2733249"/>
                </a:cubicBezTo>
                <a:lnTo>
                  <a:pt x="7091078" y="2115780"/>
                </a:lnTo>
                <a:lnTo>
                  <a:pt x="6872839" y="2115780"/>
                </a:lnTo>
                <a:lnTo>
                  <a:pt x="6762138" y="2500496"/>
                </a:lnTo>
                <a:lnTo>
                  <a:pt x="6642943" y="2115780"/>
                </a:lnTo>
                <a:close/>
                <a:moveTo>
                  <a:pt x="2490108" y="2115780"/>
                </a:moveTo>
                <a:lnTo>
                  <a:pt x="2711578" y="2115780"/>
                </a:lnTo>
                <a:lnTo>
                  <a:pt x="2711578" y="2693670"/>
                </a:lnTo>
                <a:lnTo>
                  <a:pt x="2490108" y="2693670"/>
                </a:lnTo>
                <a:close/>
                <a:moveTo>
                  <a:pt x="8463036" y="2102720"/>
                </a:moveTo>
                <a:cubicBezTo>
                  <a:pt x="8397738" y="2102720"/>
                  <a:pt x="8345681" y="2109515"/>
                  <a:pt x="8306864" y="2123105"/>
                </a:cubicBezTo>
                <a:cubicBezTo>
                  <a:pt x="8268048" y="2136694"/>
                  <a:pt x="8237576" y="2157260"/>
                  <a:pt x="8215447" y="2184802"/>
                </a:cubicBezTo>
                <a:cubicBezTo>
                  <a:pt x="8193318" y="2212344"/>
                  <a:pt x="8182253" y="2245144"/>
                  <a:pt x="8182253" y="2283200"/>
                </a:cubicBezTo>
                <a:cubicBezTo>
                  <a:pt x="8182253" y="2317992"/>
                  <a:pt x="8192501" y="2348978"/>
                  <a:pt x="8212998" y="2376157"/>
                </a:cubicBezTo>
                <a:cubicBezTo>
                  <a:pt x="8233494" y="2403336"/>
                  <a:pt x="8258707" y="2422634"/>
                  <a:pt x="8288635" y="2434050"/>
                </a:cubicBezTo>
                <a:cubicBezTo>
                  <a:pt x="8318564" y="2445466"/>
                  <a:pt x="8371981" y="2457876"/>
                  <a:pt x="8448888" y="2471282"/>
                </a:cubicBezTo>
                <a:cubicBezTo>
                  <a:pt x="8500401" y="2480340"/>
                  <a:pt x="8532144" y="2487947"/>
                  <a:pt x="8544115" y="2494102"/>
                </a:cubicBezTo>
                <a:cubicBezTo>
                  <a:pt x="8560802" y="2502797"/>
                  <a:pt x="8569146" y="2515115"/>
                  <a:pt x="8569146" y="2531054"/>
                </a:cubicBezTo>
                <a:cubicBezTo>
                  <a:pt x="8569146" y="2545179"/>
                  <a:pt x="8562798" y="2556949"/>
                  <a:pt x="8550101" y="2566364"/>
                </a:cubicBezTo>
                <a:cubicBezTo>
                  <a:pt x="8533776" y="2579044"/>
                  <a:pt x="8510740" y="2585384"/>
                  <a:pt x="8480993" y="2585384"/>
                </a:cubicBezTo>
                <a:cubicBezTo>
                  <a:pt x="8453786" y="2585384"/>
                  <a:pt x="8432020" y="2579761"/>
                  <a:pt x="8415695" y="2568515"/>
                </a:cubicBezTo>
                <a:cubicBezTo>
                  <a:pt x="8399370" y="2557269"/>
                  <a:pt x="8386674" y="2538587"/>
                  <a:pt x="8377604" y="2512467"/>
                </a:cubicBezTo>
                <a:lnTo>
                  <a:pt x="8157767" y="2533145"/>
                </a:lnTo>
                <a:cubicBezTo>
                  <a:pt x="8170463" y="2588649"/>
                  <a:pt x="8199213" y="2631455"/>
                  <a:pt x="8244015" y="2661565"/>
                </a:cubicBezTo>
                <a:cubicBezTo>
                  <a:pt x="8288817" y="2691675"/>
                  <a:pt x="8364000" y="2706730"/>
                  <a:pt x="8469566" y="2706730"/>
                </a:cubicBezTo>
                <a:cubicBezTo>
                  <a:pt x="8544296" y="2706730"/>
                  <a:pt x="8603337" y="2697398"/>
                  <a:pt x="8646688" y="2678736"/>
                </a:cubicBezTo>
                <a:cubicBezTo>
                  <a:pt x="8690039" y="2660073"/>
                  <a:pt x="8721781" y="2634977"/>
                  <a:pt x="8741915" y="2603447"/>
                </a:cubicBezTo>
                <a:cubicBezTo>
                  <a:pt x="8762048" y="2571918"/>
                  <a:pt x="8772115" y="2539482"/>
                  <a:pt x="8772115" y="2506142"/>
                </a:cubicBezTo>
                <a:cubicBezTo>
                  <a:pt x="8772115" y="2473164"/>
                  <a:pt x="8762592" y="2442904"/>
                  <a:pt x="8743547" y="2415362"/>
                </a:cubicBezTo>
                <a:cubicBezTo>
                  <a:pt x="8724502" y="2387819"/>
                  <a:pt x="8697022" y="2366619"/>
                  <a:pt x="8661108" y="2351760"/>
                </a:cubicBezTo>
                <a:cubicBezTo>
                  <a:pt x="8625194" y="2336900"/>
                  <a:pt x="8570416" y="2325304"/>
                  <a:pt x="8496774" y="2316972"/>
                </a:cubicBezTo>
                <a:cubicBezTo>
                  <a:pt x="8448163" y="2311173"/>
                  <a:pt x="8416602" y="2304652"/>
                  <a:pt x="8402091" y="2297408"/>
                </a:cubicBezTo>
                <a:cubicBezTo>
                  <a:pt x="8387580" y="2290164"/>
                  <a:pt x="8380325" y="2279479"/>
                  <a:pt x="8380325" y="2265354"/>
                </a:cubicBezTo>
                <a:cubicBezTo>
                  <a:pt x="8380325" y="2252674"/>
                  <a:pt x="8386039" y="2241897"/>
                  <a:pt x="8397466" y="2233024"/>
                </a:cubicBezTo>
                <a:cubicBezTo>
                  <a:pt x="8408893" y="2224150"/>
                  <a:pt x="8427122" y="2219713"/>
                  <a:pt x="8452153" y="2219713"/>
                </a:cubicBezTo>
                <a:cubicBezTo>
                  <a:pt x="8476822" y="2219713"/>
                  <a:pt x="8497862" y="2225517"/>
                  <a:pt x="8515275" y="2237126"/>
                </a:cubicBezTo>
                <a:cubicBezTo>
                  <a:pt x="8527972" y="2245832"/>
                  <a:pt x="8537041" y="2259436"/>
                  <a:pt x="8542483" y="2277937"/>
                </a:cubicBezTo>
                <a:lnTo>
                  <a:pt x="8752526" y="2257260"/>
                </a:lnTo>
                <a:cubicBezTo>
                  <a:pt x="8738015" y="2219532"/>
                  <a:pt x="8719786" y="2189603"/>
                  <a:pt x="8697838" y="2167474"/>
                </a:cubicBezTo>
                <a:cubicBezTo>
                  <a:pt x="8675891" y="2145345"/>
                  <a:pt x="8648502" y="2129021"/>
                  <a:pt x="8615671" y="2118501"/>
                </a:cubicBezTo>
                <a:cubicBezTo>
                  <a:pt x="8582841" y="2107980"/>
                  <a:pt x="8531962" y="2102720"/>
                  <a:pt x="8463036" y="2102720"/>
                </a:cubicBezTo>
                <a:close/>
                <a:moveTo>
                  <a:pt x="7415287" y="2102720"/>
                </a:moveTo>
                <a:cubicBezTo>
                  <a:pt x="7349988" y="2102720"/>
                  <a:pt x="7297931" y="2109515"/>
                  <a:pt x="7259115" y="2123105"/>
                </a:cubicBezTo>
                <a:cubicBezTo>
                  <a:pt x="7220298" y="2136694"/>
                  <a:pt x="7189825" y="2157260"/>
                  <a:pt x="7167697" y="2184802"/>
                </a:cubicBezTo>
                <a:cubicBezTo>
                  <a:pt x="7145568" y="2212344"/>
                  <a:pt x="7134503" y="2245144"/>
                  <a:pt x="7134503" y="2283200"/>
                </a:cubicBezTo>
                <a:cubicBezTo>
                  <a:pt x="7134503" y="2317992"/>
                  <a:pt x="7144751" y="2348978"/>
                  <a:pt x="7165248" y="2376157"/>
                </a:cubicBezTo>
                <a:cubicBezTo>
                  <a:pt x="7185745" y="2403336"/>
                  <a:pt x="7210957" y="2422634"/>
                  <a:pt x="7240885" y="2434050"/>
                </a:cubicBezTo>
                <a:cubicBezTo>
                  <a:pt x="7270813" y="2445466"/>
                  <a:pt x="7324231" y="2457876"/>
                  <a:pt x="7401139" y="2471282"/>
                </a:cubicBezTo>
                <a:cubicBezTo>
                  <a:pt x="7452651" y="2480340"/>
                  <a:pt x="7484393" y="2487947"/>
                  <a:pt x="7496365" y="2494102"/>
                </a:cubicBezTo>
                <a:cubicBezTo>
                  <a:pt x="7513053" y="2502797"/>
                  <a:pt x="7521396" y="2515115"/>
                  <a:pt x="7521396" y="2531054"/>
                </a:cubicBezTo>
                <a:cubicBezTo>
                  <a:pt x="7521396" y="2545179"/>
                  <a:pt x="7515047" y="2556949"/>
                  <a:pt x="7502351" y="2566364"/>
                </a:cubicBezTo>
                <a:cubicBezTo>
                  <a:pt x="7486026" y="2579044"/>
                  <a:pt x="7462991" y="2585384"/>
                  <a:pt x="7433243" y="2585384"/>
                </a:cubicBezTo>
                <a:cubicBezTo>
                  <a:pt x="7406035" y="2585384"/>
                  <a:pt x="7384269" y="2579761"/>
                  <a:pt x="7367945" y="2568515"/>
                </a:cubicBezTo>
                <a:cubicBezTo>
                  <a:pt x="7351621" y="2557269"/>
                  <a:pt x="7338923" y="2538587"/>
                  <a:pt x="7329855" y="2512467"/>
                </a:cubicBezTo>
                <a:lnTo>
                  <a:pt x="7110017" y="2533145"/>
                </a:lnTo>
                <a:cubicBezTo>
                  <a:pt x="7122713" y="2588649"/>
                  <a:pt x="7151463" y="2631455"/>
                  <a:pt x="7196265" y="2661565"/>
                </a:cubicBezTo>
                <a:cubicBezTo>
                  <a:pt x="7241067" y="2691675"/>
                  <a:pt x="7316251" y="2706730"/>
                  <a:pt x="7421816" y="2706730"/>
                </a:cubicBezTo>
                <a:cubicBezTo>
                  <a:pt x="7496547" y="2706730"/>
                  <a:pt x="7555587" y="2697398"/>
                  <a:pt x="7598938" y="2678736"/>
                </a:cubicBezTo>
                <a:cubicBezTo>
                  <a:pt x="7642289" y="2660073"/>
                  <a:pt x="7674031" y="2634977"/>
                  <a:pt x="7694165" y="2603447"/>
                </a:cubicBezTo>
                <a:cubicBezTo>
                  <a:pt x="7714299" y="2571918"/>
                  <a:pt x="7724365" y="2539482"/>
                  <a:pt x="7724365" y="2506142"/>
                </a:cubicBezTo>
                <a:cubicBezTo>
                  <a:pt x="7724365" y="2473164"/>
                  <a:pt x="7714843" y="2442904"/>
                  <a:pt x="7695797" y="2415362"/>
                </a:cubicBezTo>
                <a:cubicBezTo>
                  <a:pt x="7676751" y="2387819"/>
                  <a:pt x="7649272" y="2366619"/>
                  <a:pt x="7613358" y="2351760"/>
                </a:cubicBezTo>
                <a:cubicBezTo>
                  <a:pt x="7577444" y="2336900"/>
                  <a:pt x="7522666" y="2325304"/>
                  <a:pt x="7449024" y="2316972"/>
                </a:cubicBezTo>
                <a:cubicBezTo>
                  <a:pt x="7400413" y="2311173"/>
                  <a:pt x="7368852" y="2304652"/>
                  <a:pt x="7354341" y="2297408"/>
                </a:cubicBezTo>
                <a:cubicBezTo>
                  <a:pt x="7339831" y="2290164"/>
                  <a:pt x="7332575" y="2279479"/>
                  <a:pt x="7332575" y="2265354"/>
                </a:cubicBezTo>
                <a:cubicBezTo>
                  <a:pt x="7332575" y="2252674"/>
                  <a:pt x="7338289" y="2241897"/>
                  <a:pt x="7349716" y="2233024"/>
                </a:cubicBezTo>
                <a:cubicBezTo>
                  <a:pt x="7361143" y="2224150"/>
                  <a:pt x="7379372" y="2219713"/>
                  <a:pt x="7404403" y="2219713"/>
                </a:cubicBezTo>
                <a:cubicBezTo>
                  <a:pt x="7429071" y="2219713"/>
                  <a:pt x="7450112" y="2225517"/>
                  <a:pt x="7467525" y="2237126"/>
                </a:cubicBezTo>
                <a:cubicBezTo>
                  <a:pt x="7480222" y="2245832"/>
                  <a:pt x="7489291" y="2259436"/>
                  <a:pt x="7494733" y="2277937"/>
                </a:cubicBezTo>
                <a:lnTo>
                  <a:pt x="7704775" y="2257260"/>
                </a:lnTo>
                <a:cubicBezTo>
                  <a:pt x="7690265" y="2219532"/>
                  <a:pt x="7672035" y="2189603"/>
                  <a:pt x="7650088" y="2167474"/>
                </a:cubicBezTo>
                <a:cubicBezTo>
                  <a:pt x="7628141" y="2145345"/>
                  <a:pt x="7600751" y="2129021"/>
                  <a:pt x="7567921" y="2118501"/>
                </a:cubicBezTo>
                <a:cubicBezTo>
                  <a:pt x="7535091" y="2107980"/>
                  <a:pt x="7484213" y="2102720"/>
                  <a:pt x="7415287" y="2102720"/>
                </a:cubicBezTo>
                <a:close/>
                <a:moveTo>
                  <a:pt x="5011684" y="2102720"/>
                </a:moveTo>
                <a:cubicBezTo>
                  <a:pt x="5072992" y="2102720"/>
                  <a:pt x="5120968" y="2120949"/>
                  <a:pt x="5155613" y="2157408"/>
                </a:cubicBezTo>
                <a:cubicBezTo>
                  <a:pt x="5190257" y="2193866"/>
                  <a:pt x="5207579" y="2250186"/>
                  <a:pt x="5207579" y="2326367"/>
                </a:cubicBezTo>
                <a:lnTo>
                  <a:pt x="5207579" y="2693670"/>
                </a:lnTo>
                <a:lnTo>
                  <a:pt x="4985021" y="2693670"/>
                </a:lnTo>
                <a:lnTo>
                  <a:pt x="4985021" y="2375885"/>
                </a:lnTo>
                <a:cubicBezTo>
                  <a:pt x="4985021" y="2339608"/>
                  <a:pt x="4978310" y="2313942"/>
                  <a:pt x="4964887" y="2298887"/>
                </a:cubicBezTo>
                <a:cubicBezTo>
                  <a:pt x="4951465" y="2283832"/>
                  <a:pt x="4932601" y="2276305"/>
                  <a:pt x="4908295" y="2276305"/>
                </a:cubicBezTo>
                <a:cubicBezTo>
                  <a:pt x="4881451" y="2276305"/>
                  <a:pt x="4859684" y="2286463"/>
                  <a:pt x="4842997" y="2306778"/>
                </a:cubicBezTo>
                <a:cubicBezTo>
                  <a:pt x="4826310" y="2327093"/>
                  <a:pt x="4817966" y="2363551"/>
                  <a:pt x="4817966" y="2416152"/>
                </a:cubicBezTo>
                <a:lnTo>
                  <a:pt x="4817966" y="2693670"/>
                </a:lnTo>
                <a:lnTo>
                  <a:pt x="4596496" y="2693670"/>
                </a:lnTo>
                <a:lnTo>
                  <a:pt x="4596496" y="2115780"/>
                </a:lnTo>
                <a:lnTo>
                  <a:pt x="4802730" y="2115780"/>
                </a:lnTo>
                <a:lnTo>
                  <a:pt x="4802730" y="2209918"/>
                </a:lnTo>
                <a:cubicBezTo>
                  <a:pt x="4833565" y="2171465"/>
                  <a:pt x="4864763" y="2143985"/>
                  <a:pt x="4896324" y="2127479"/>
                </a:cubicBezTo>
                <a:cubicBezTo>
                  <a:pt x="4927885" y="2110973"/>
                  <a:pt x="4966338" y="2102720"/>
                  <a:pt x="5011684" y="2102720"/>
                </a:cubicBezTo>
                <a:close/>
                <a:moveTo>
                  <a:pt x="4095664" y="2102720"/>
                </a:moveTo>
                <a:lnTo>
                  <a:pt x="4008531" y="2389489"/>
                </a:lnTo>
                <a:lnTo>
                  <a:pt x="4183715" y="2389489"/>
                </a:lnTo>
                <a:close/>
                <a:moveTo>
                  <a:pt x="1603939" y="2102720"/>
                </a:moveTo>
                <a:cubicBezTo>
                  <a:pt x="1719662" y="2102720"/>
                  <a:pt x="1807090" y="2136276"/>
                  <a:pt x="1866221" y="2203388"/>
                </a:cubicBezTo>
                <a:cubicBezTo>
                  <a:pt x="1913744" y="2257441"/>
                  <a:pt x="1937505" y="2324009"/>
                  <a:pt x="1937505" y="2403093"/>
                </a:cubicBezTo>
                <a:cubicBezTo>
                  <a:pt x="1937505" y="2491971"/>
                  <a:pt x="1908030" y="2564797"/>
                  <a:pt x="1849080" y="2621570"/>
                </a:cubicBezTo>
                <a:cubicBezTo>
                  <a:pt x="1790130" y="2678343"/>
                  <a:pt x="1708598" y="2706730"/>
                  <a:pt x="1604483" y="2706730"/>
                </a:cubicBezTo>
                <a:cubicBezTo>
                  <a:pt x="1511614" y="2706730"/>
                  <a:pt x="1436522" y="2683150"/>
                  <a:pt x="1379204" y="2635990"/>
                </a:cubicBezTo>
                <a:cubicBezTo>
                  <a:pt x="1308827" y="2577584"/>
                  <a:pt x="1273639" y="2501040"/>
                  <a:pt x="1273639" y="2406358"/>
                </a:cubicBezTo>
                <a:cubicBezTo>
                  <a:pt x="1273639" y="2318205"/>
                  <a:pt x="1303386" y="2245561"/>
                  <a:pt x="1362879" y="2188424"/>
                </a:cubicBezTo>
                <a:cubicBezTo>
                  <a:pt x="1422374" y="2131288"/>
                  <a:pt x="1502727" y="2102720"/>
                  <a:pt x="1603939" y="2102720"/>
                </a:cubicBezTo>
                <a:close/>
                <a:moveTo>
                  <a:pt x="1136386" y="2102720"/>
                </a:moveTo>
                <a:cubicBezTo>
                  <a:pt x="1169036" y="2102720"/>
                  <a:pt x="1204768" y="2112878"/>
                  <a:pt x="1243585" y="2133193"/>
                </a:cubicBezTo>
                <a:lnTo>
                  <a:pt x="1175021" y="2290997"/>
                </a:lnTo>
                <a:cubicBezTo>
                  <a:pt x="1148902" y="2280114"/>
                  <a:pt x="1128224" y="2274673"/>
                  <a:pt x="1112987" y="2274673"/>
                </a:cubicBezTo>
                <a:cubicBezTo>
                  <a:pt x="1083966" y="2274673"/>
                  <a:pt x="1061475" y="2286644"/>
                  <a:pt x="1045513" y="2310587"/>
                </a:cubicBezTo>
                <a:cubicBezTo>
                  <a:pt x="1022658" y="2344324"/>
                  <a:pt x="1011231" y="2407446"/>
                  <a:pt x="1011231" y="2499952"/>
                </a:cubicBezTo>
                <a:lnTo>
                  <a:pt x="1011231" y="2693670"/>
                </a:lnTo>
                <a:lnTo>
                  <a:pt x="788673" y="2693670"/>
                </a:lnTo>
                <a:lnTo>
                  <a:pt x="788673" y="2115780"/>
                </a:lnTo>
                <a:lnTo>
                  <a:pt x="995995" y="2115780"/>
                </a:lnTo>
                <a:lnTo>
                  <a:pt x="995995" y="2210463"/>
                </a:lnTo>
                <a:cubicBezTo>
                  <a:pt x="1015947" y="2169470"/>
                  <a:pt x="1036534" y="2141265"/>
                  <a:pt x="1057756" y="2125847"/>
                </a:cubicBezTo>
                <a:cubicBezTo>
                  <a:pt x="1078978" y="2110429"/>
                  <a:pt x="1105188" y="2102720"/>
                  <a:pt x="1136386" y="2102720"/>
                </a:cubicBezTo>
                <a:close/>
                <a:moveTo>
                  <a:pt x="247589" y="2058100"/>
                </a:moveTo>
                <a:lnTo>
                  <a:pt x="247589" y="2236038"/>
                </a:lnTo>
                <a:lnTo>
                  <a:pt x="307990" y="2236038"/>
                </a:lnTo>
                <a:cubicBezTo>
                  <a:pt x="355513" y="2236038"/>
                  <a:pt x="388888" y="2227785"/>
                  <a:pt x="408114" y="2211279"/>
                </a:cubicBezTo>
                <a:cubicBezTo>
                  <a:pt x="427341" y="2194773"/>
                  <a:pt x="436955" y="2173641"/>
                  <a:pt x="436955" y="2147885"/>
                </a:cubicBezTo>
                <a:cubicBezTo>
                  <a:pt x="436955" y="2122854"/>
                  <a:pt x="428611" y="2101632"/>
                  <a:pt x="411924" y="2084219"/>
                </a:cubicBezTo>
                <a:cubicBezTo>
                  <a:pt x="395236" y="2066806"/>
                  <a:pt x="363857" y="2058100"/>
                  <a:pt x="317785" y="2058100"/>
                </a:cubicBezTo>
                <a:close/>
                <a:moveTo>
                  <a:pt x="7833633" y="1895942"/>
                </a:moveTo>
                <a:lnTo>
                  <a:pt x="7833633" y="2046672"/>
                </a:lnTo>
                <a:lnTo>
                  <a:pt x="8055103" y="2046672"/>
                </a:lnTo>
                <a:lnTo>
                  <a:pt x="8055103" y="1895942"/>
                </a:lnTo>
                <a:close/>
                <a:moveTo>
                  <a:pt x="6090014" y="1895942"/>
                </a:moveTo>
                <a:lnTo>
                  <a:pt x="6090014" y="2693670"/>
                </a:lnTo>
                <a:lnTo>
                  <a:pt x="6312028" y="2693670"/>
                </a:lnTo>
                <a:lnTo>
                  <a:pt x="6312028" y="1895942"/>
                </a:lnTo>
                <a:close/>
                <a:moveTo>
                  <a:pt x="3964251" y="1895942"/>
                </a:moveTo>
                <a:lnTo>
                  <a:pt x="4233130" y="1895942"/>
                </a:lnTo>
                <a:lnTo>
                  <a:pt x="4532891" y="2693670"/>
                </a:lnTo>
                <a:lnTo>
                  <a:pt x="4274758" y="2693670"/>
                </a:lnTo>
                <a:lnTo>
                  <a:pt x="4234848" y="2561985"/>
                </a:lnTo>
                <a:lnTo>
                  <a:pt x="3954992" y="2561985"/>
                </a:lnTo>
                <a:lnTo>
                  <a:pt x="3916110" y="2693670"/>
                </a:lnTo>
                <a:lnTo>
                  <a:pt x="3664423" y="2693670"/>
                </a:lnTo>
                <a:close/>
                <a:moveTo>
                  <a:pt x="3120600" y="1895942"/>
                </a:moveTo>
                <a:lnTo>
                  <a:pt x="3120600" y="2115780"/>
                </a:lnTo>
                <a:lnTo>
                  <a:pt x="3242490" y="2115780"/>
                </a:lnTo>
                <a:lnTo>
                  <a:pt x="3242490" y="2277937"/>
                </a:lnTo>
                <a:lnTo>
                  <a:pt x="3120600" y="2277937"/>
                </a:lnTo>
                <a:lnTo>
                  <a:pt x="3120600" y="2482675"/>
                </a:lnTo>
                <a:cubicBezTo>
                  <a:pt x="3120600" y="2507292"/>
                  <a:pt x="3122958" y="2523583"/>
                  <a:pt x="3127674" y="2531547"/>
                </a:cubicBezTo>
                <a:cubicBezTo>
                  <a:pt x="3134929" y="2543858"/>
                  <a:pt x="3147626" y="2550014"/>
                  <a:pt x="3165765" y="2550014"/>
                </a:cubicBezTo>
                <a:cubicBezTo>
                  <a:pt x="3182089" y="2550014"/>
                  <a:pt x="3204944" y="2545306"/>
                  <a:pt x="3234328" y="2535892"/>
                </a:cubicBezTo>
                <a:lnTo>
                  <a:pt x="3250653" y="2688773"/>
                </a:lnTo>
                <a:cubicBezTo>
                  <a:pt x="3195874" y="2700744"/>
                  <a:pt x="3144724" y="2706730"/>
                  <a:pt x="3097201" y="2706730"/>
                </a:cubicBezTo>
                <a:cubicBezTo>
                  <a:pt x="3042061" y="2706730"/>
                  <a:pt x="3001431" y="2699664"/>
                  <a:pt x="2975311" y="2685533"/>
                </a:cubicBezTo>
                <a:cubicBezTo>
                  <a:pt x="2949192" y="2671403"/>
                  <a:pt x="2929874" y="2649935"/>
                  <a:pt x="2917359" y="2621132"/>
                </a:cubicBezTo>
                <a:cubicBezTo>
                  <a:pt x="2904843" y="2592329"/>
                  <a:pt x="2898586" y="2545683"/>
                  <a:pt x="2898586" y="2481196"/>
                </a:cubicBezTo>
                <a:lnTo>
                  <a:pt x="2898586" y="2277937"/>
                </a:lnTo>
                <a:lnTo>
                  <a:pt x="2816962" y="2277937"/>
                </a:lnTo>
                <a:lnTo>
                  <a:pt x="2816962" y="2115780"/>
                </a:lnTo>
                <a:lnTo>
                  <a:pt x="2898586" y="2115780"/>
                </a:lnTo>
                <a:lnTo>
                  <a:pt x="2898586" y="2009670"/>
                </a:lnTo>
                <a:close/>
                <a:moveTo>
                  <a:pt x="2490108" y="1895942"/>
                </a:moveTo>
                <a:lnTo>
                  <a:pt x="2711578" y="1895942"/>
                </a:lnTo>
                <a:lnTo>
                  <a:pt x="2711578" y="2046672"/>
                </a:lnTo>
                <a:lnTo>
                  <a:pt x="2490108" y="2046672"/>
                </a:lnTo>
                <a:close/>
                <a:moveTo>
                  <a:pt x="0" y="1895942"/>
                </a:moveTo>
                <a:lnTo>
                  <a:pt x="409747" y="1895942"/>
                </a:lnTo>
                <a:cubicBezTo>
                  <a:pt x="498988" y="1895942"/>
                  <a:pt x="565828" y="1917164"/>
                  <a:pt x="610267" y="1959608"/>
                </a:cubicBezTo>
                <a:cubicBezTo>
                  <a:pt x="654707" y="2002052"/>
                  <a:pt x="676926" y="2062453"/>
                  <a:pt x="676926" y="2140811"/>
                </a:cubicBezTo>
                <a:cubicBezTo>
                  <a:pt x="676926" y="2221346"/>
                  <a:pt x="652711" y="2284286"/>
                  <a:pt x="604282" y="2329632"/>
                </a:cubicBezTo>
                <a:cubicBezTo>
                  <a:pt x="555852" y="2374978"/>
                  <a:pt x="481938" y="2397651"/>
                  <a:pt x="382539" y="2397651"/>
                </a:cubicBezTo>
                <a:lnTo>
                  <a:pt x="247589" y="2397651"/>
                </a:lnTo>
                <a:lnTo>
                  <a:pt x="247589" y="2693670"/>
                </a:lnTo>
                <a:lnTo>
                  <a:pt x="0" y="2693670"/>
                </a:lnTo>
                <a:close/>
                <a:moveTo>
                  <a:pt x="2273972" y="1882338"/>
                </a:moveTo>
                <a:cubicBezTo>
                  <a:pt x="2312789" y="1882338"/>
                  <a:pt x="2369199" y="1886873"/>
                  <a:pt x="2443204" y="1895942"/>
                </a:cubicBezTo>
                <a:lnTo>
                  <a:pt x="2418717" y="2029804"/>
                </a:lnTo>
                <a:cubicBezTo>
                  <a:pt x="2392235" y="2025450"/>
                  <a:pt x="2370832" y="2023274"/>
                  <a:pt x="2354507" y="2023274"/>
                </a:cubicBezTo>
                <a:cubicBezTo>
                  <a:pt x="2334555" y="2023274"/>
                  <a:pt x="2320226" y="2026629"/>
                  <a:pt x="2311519" y="2033341"/>
                </a:cubicBezTo>
                <a:cubicBezTo>
                  <a:pt x="2302812" y="2040052"/>
                  <a:pt x="2296646" y="2050663"/>
                  <a:pt x="2293018" y="2065174"/>
                </a:cubicBezTo>
                <a:cubicBezTo>
                  <a:pt x="2291204" y="2073154"/>
                  <a:pt x="2290297" y="2090023"/>
                  <a:pt x="2290297" y="2115780"/>
                </a:cubicBezTo>
                <a:lnTo>
                  <a:pt x="2395863" y="2115780"/>
                </a:lnTo>
                <a:lnTo>
                  <a:pt x="2395863" y="2277937"/>
                </a:lnTo>
                <a:lnTo>
                  <a:pt x="2290297" y="2277937"/>
                </a:lnTo>
                <a:lnTo>
                  <a:pt x="2290297" y="2693670"/>
                </a:lnTo>
                <a:lnTo>
                  <a:pt x="2068283" y="2693670"/>
                </a:lnTo>
                <a:lnTo>
                  <a:pt x="2068283" y="2277937"/>
                </a:lnTo>
                <a:lnTo>
                  <a:pt x="1985571" y="2277937"/>
                </a:lnTo>
                <a:lnTo>
                  <a:pt x="1985571" y="2115780"/>
                </a:lnTo>
                <a:lnTo>
                  <a:pt x="2068283" y="2115780"/>
                </a:lnTo>
                <a:lnTo>
                  <a:pt x="2068283" y="2089661"/>
                </a:lnTo>
                <a:cubicBezTo>
                  <a:pt x="2068283" y="2066081"/>
                  <a:pt x="2070822" y="2040143"/>
                  <a:pt x="2075901" y="2011847"/>
                </a:cubicBezTo>
                <a:cubicBezTo>
                  <a:pt x="2080980" y="1983551"/>
                  <a:pt x="2090503" y="1960424"/>
                  <a:pt x="2104469" y="1942467"/>
                </a:cubicBezTo>
                <a:cubicBezTo>
                  <a:pt x="2118436" y="1924510"/>
                  <a:pt x="2138025" y="1909999"/>
                  <a:pt x="2163237" y="1898935"/>
                </a:cubicBezTo>
                <a:cubicBezTo>
                  <a:pt x="2188450" y="1887870"/>
                  <a:pt x="2225362" y="1882338"/>
                  <a:pt x="2273972" y="1882338"/>
                </a:cubicBezTo>
                <a:close/>
                <a:moveTo>
                  <a:pt x="4095225" y="0"/>
                </a:moveTo>
                <a:lnTo>
                  <a:pt x="10711925" y="0"/>
                </a:lnTo>
                <a:lnTo>
                  <a:pt x="10711925" y="6858000"/>
                </a:lnTo>
                <a:lnTo>
                  <a:pt x="4095225" y="6858000"/>
                </a:lnTo>
                <a:cubicBezTo>
                  <a:pt x="4095225" y="5770033"/>
                  <a:pt x="5911325" y="3970867"/>
                  <a:pt x="5911325" y="2882900"/>
                </a:cubicBezTo>
                <a:lnTo>
                  <a:pt x="5792119" y="2693670"/>
                </a:lnTo>
                <a:lnTo>
                  <a:pt x="5977737" y="2693670"/>
                </a:lnTo>
                <a:cubicBezTo>
                  <a:pt x="5966128" y="2669727"/>
                  <a:pt x="5958601" y="2650047"/>
                  <a:pt x="5955155" y="2634630"/>
                </a:cubicBezTo>
                <a:cubicBezTo>
                  <a:pt x="5951708" y="2619212"/>
                  <a:pt x="5949985" y="2597899"/>
                  <a:pt x="5949985" y="2570692"/>
                </a:cubicBezTo>
                <a:lnTo>
                  <a:pt x="5949985" y="2315484"/>
                </a:lnTo>
                <a:cubicBezTo>
                  <a:pt x="5949985" y="2288277"/>
                  <a:pt x="5944544" y="2259708"/>
                  <a:pt x="5933661" y="2229780"/>
                </a:cubicBezTo>
                <a:cubicBezTo>
                  <a:pt x="5922778" y="2199851"/>
                  <a:pt x="5907904" y="2176725"/>
                  <a:pt x="5889040" y="2160401"/>
                </a:cubicBezTo>
                <a:cubicBezTo>
                  <a:pt x="5862195" y="2136820"/>
                  <a:pt x="5828639" y="2121312"/>
                  <a:pt x="5788372" y="2113875"/>
                </a:cubicBezTo>
                <a:cubicBezTo>
                  <a:pt x="5748105" y="2106439"/>
                  <a:pt x="5694778" y="2102720"/>
                  <a:pt x="5628391" y="2102720"/>
                </a:cubicBezTo>
                <a:cubicBezTo>
                  <a:pt x="5587035" y="2102720"/>
                  <a:pt x="5548582" y="2105804"/>
                  <a:pt x="5513031" y="2111971"/>
                </a:cubicBezTo>
                <a:lnTo>
                  <a:pt x="5440011" y="2134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091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B710-964A-4D78-9AB5-442D2938A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Bahnschrift SemiBold" panose="020B0502040204020203" pitchFamily="34" charset="0"/>
              </a:rPr>
              <a:t>Profit Analysis of 50 New Startup’s</a:t>
            </a:r>
            <a:endParaRPr lang="en-IN" b="1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222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2BF5-D9FC-4799-A70C-DE2975A8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8E171-78B8-4ACE-869B-3BA287020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name PRDA-01 Profit Analysis</a:t>
            </a:r>
          </a:p>
          <a:p>
            <a:pPr>
              <a:lnSpc>
                <a:spcPct val="150000"/>
              </a:lnSpc>
            </a:pPr>
            <a:r>
              <a:rPr lang="en-IN" dirty="0"/>
              <a:t>Team ID PTID-CDA-SEP-25-765</a:t>
            </a:r>
            <a:endParaRPr lang="en-US" dirty="0"/>
          </a:p>
          <a:p>
            <a:r>
              <a:rPr lang="en-US" dirty="0"/>
              <a:t>Team member’s</a:t>
            </a:r>
            <a:br>
              <a:rPr lang="en-US" dirty="0"/>
            </a:br>
            <a:r>
              <a:rPr lang="en-US" dirty="0"/>
              <a:t>Yokesh.S</a:t>
            </a:r>
            <a:br>
              <a:rPr lang="en-IN" dirty="0"/>
            </a:br>
            <a:r>
              <a:rPr lang="en-IN" dirty="0"/>
              <a:t>Rohan.S</a:t>
            </a:r>
            <a:br>
              <a:rPr lang="en-IN" dirty="0"/>
            </a:br>
            <a:r>
              <a:rPr lang="en-IN" dirty="0"/>
              <a:t>Suhaib Khan</a:t>
            </a:r>
            <a:br>
              <a:rPr lang="en-IN" dirty="0"/>
            </a:br>
            <a:r>
              <a:rPr lang="en-IN" dirty="0"/>
              <a:t>Swetha.R</a:t>
            </a:r>
          </a:p>
        </p:txBody>
      </p:sp>
    </p:spTree>
    <p:extLst>
      <p:ext uri="{BB962C8B-B14F-4D97-AF65-F5344CB8AC3E}">
        <p14:creationId xmlns:p14="http://schemas.microsoft.com/office/powerpoint/2010/main" val="3340576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F8AE-CFC2-9B0E-97E7-FA09776D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C6556-1EB2-28C6-D1B1-D2D01BA97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80" y="2142172"/>
            <a:ext cx="10515600" cy="34051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OBJECTIVE : Predict  profit using R&amp;D, Marketing, and Admin spending</a:t>
            </a:r>
          </a:p>
          <a:p>
            <a:pPr>
              <a:lnSpc>
                <a:spcPct val="150000"/>
              </a:lnSpc>
            </a:pPr>
            <a:r>
              <a:rPr lang="en-US" dirty="0"/>
              <a:t>TOOLS USED : Excel (Regression), Power BI (Visualization)</a:t>
            </a:r>
          </a:p>
          <a:p>
            <a:pPr>
              <a:lnSpc>
                <a:spcPct val="150000"/>
              </a:lnSpc>
            </a:pPr>
            <a:r>
              <a:rPr lang="en-US" dirty="0"/>
              <a:t>PURPOSE : Help company decide where to invest for maximum profit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7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5EF3-BF41-1258-9E9D-32974C29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Snapshot: 50 Companies Across 3 States (NY, CA, FL)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B578DE-154D-52FF-7A87-1238A5306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520" y="2306320"/>
            <a:ext cx="6888480" cy="4551679"/>
          </a:xfrm>
        </p:spPr>
      </p:pic>
    </p:spTree>
    <p:extLst>
      <p:ext uri="{BB962C8B-B14F-4D97-AF65-F5344CB8AC3E}">
        <p14:creationId xmlns:p14="http://schemas.microsoft.com/office/powerpoint/2010/main" val="132098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9684-807E-8B20-9E41-3BFF1867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71922" cy="742315"/>
          </a:xfrm>
        </p:spPr>
        <p:txBody>
          <a:bodyPr/>
          <a:lstStyle/>
          <a:p>
            <a:pPr algn="ctr"/>
            <a:r>
              <a:rPr lang="en-US" dirty="0"/>
              <a:t>REGRESSION ANALYSIS IN EXCEL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D8EC83-68CC-B9D1-4097-8C018503C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61" y="2395396"/>
            <a:ext cx="10820400" cy="317424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8B4E8-945C-80F6-8D34-A3BC1BC81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61" y="5569642"/>
            <a:ext cx="6549459" cy="10694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B85595-DDD4-BB99-0322-27610463335D}"/>
              </a:ext>
            </a:extLst>
          </p:cNvPr>
          <p:cNvSpPr txBox="1"/>
          <p:nvPr/>
        </p:nvSpPr>
        <p:spPr>
          <a:xfrm>
            <a:off x="7205358" y="5781180"/>
            <a:ext cx="3452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Regression analysis equation:</a:t>
            </a:r>
          </a:p>
          <a:p>
            <a:r>
              <a:rPr lang="en-US" dirty="0"/>
              <a:t>Y = (m1x1)+(m2x2)+(m3x3)+c</a:t>
            </a:r>
          </a:p>
        </p:txBody>
      </p:sp>
    </p:spTree>
    <p:extLst>
      <p:ext uri="{BB962C8B-B14F-4D97-AF65-F5344CB8AC3E}">
        <p14:creationId xmlns:p14="http://schemas.microsoft.com/office/powerpoint/2010/main" val="356610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423B-ABF5-25CE-EC2A-EDF94745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REGRESSION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75EB4-5A65-6798-DAEA-D6A87A17C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R&amp;D Spend → Strongest positive effect on profit</a:t>
            </a:r>
          </a:p>
          <a:p>
            <a:pPr>
              <a:lnSpc>
                <a:spcPct val="200000"/>
              </a:lnSpc>
            </a:pPr>
            <a:r>
              <a:rPr lang="en-US" dirty="0"/>
              <a:t>Marketing Spend → Moderate effect</a:t>
            </a:r>
          </a:p>
          <a:p>
            <a:pPr>
              <a:lnSpc>
                <a:spcPct val="200000"/>
              </a:lnSpc>
            </a:pPr>
            <a:r>
              <a:rPr lang="en-US" dirty="0"/>
              <a:t>Administration Spend → Negligible effect</a:t>
            </a:r>
          </a:p>
          <a:p>
            <a:pPr>
              <a:lnSpc>
                <a:spcPct val="200000"/>
              </a:lnSpc>
            </a:pPr>
            <a:r>
              <a:rPr lang="en-US" dirty="0"/>
              <a:t>Conclusion: R&amp;D is the key driver of profits</a:t>
            </a:r>
          </a:p>
        </p:txBody>
      </p:sp>
    </p:spTree>
    <p:extLst>
      <p:ext uri="{BB962C8B-B14F-4D97-AF65-F5344CB8AC3E}">
        <p14:creationId xmlns:p14="http://schemas.microsoft.com/office/powerpoint/2010/main" val="120400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3324-740D-A01D-BF20-DB88481F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dirty="0"/>
              <a:t>Correlation Between Spending and Profitability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472149-064F-039D-91C8-D8359E89B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596" y="2331420"/>
            <a:ext cx="2555848" cy="207756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A9614D-15BE-E1D9-57B2-DA38B6D9C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251" y="2406176"/>
            <a:ext cx="2712571" cy="20028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23678-7421-DF51-A2BF-BBD1FAF1F5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704" y="2331420"/>
            <a:ext cx="2838899" cy="2210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68F5EC-1E51-D851-0AC7-C668BCC13766}"/>
              </a:ext>
            </a:extLst>
          </p:cNvPr>
          <p:cNvSpPr txBox="1"/>
          <p:nvPr/>
        </p:nvSpPr>
        <p:spPr>
          <a:xfrm>
            <a:off x="914400" y="4429760"/>
            <a:ext cx="94488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three graphs show how money spend in each field has an impact the companies profit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money spent on Research and Development shows strong positive impact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money spent on Administration is not effecting the profit of a company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money spent on Marketing  slightly impacts the companies profit</a:t>
            </a:r>
          </a:p>
        </p:txBody>
      </p:sp>
    </p:spTree>
    <p:extLst>
      <p:ext uri="{BB962C8B-B14F-4D97-AF65-F5344CB8AC3E}">
        <p14:creationId xmlns:p14="http://schemas.microsoft.com/office/powerpoint/2010/main" val="2382037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CEC806-80E5-B83C-B46B-A60F6DC3D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28" y="0"/>
            <a:ext cx="12196228" cy="6858000"/>
          </a:xfrm>
        </p:spPr>
      </p:pic>
    </p:spTree>
    <p:extLst>
      <p:ext uri="{BB962C8B-B14F-4D97-AF65-F5344CB8AC3E}">
        <p14:creationId xmlns:p14="http://schemas.microsoft.com/office/powerpoint/2010/main" val="348073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036A3-CD8C-DD66-50CB-CD618743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to the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0F9E8-4123-4702-F578-F6103E62F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3849454"/>
            <a:ext cx="10515600" cy="3160711"/>
          </a:xfrm>
        </p:spPr>
        <p:txBody>
          <a:bodyPr>
            <a:normAutofit/>
          </a:bodyPr>
          <a:lstStyle/>
          <a:p>
            <a:r>
              <a:rPr lang="en-US" dirty="0"/>
              <a:t>Prioritize R&amp;D investment: Even a 5–10% increase can boost profits significantly</a:t>
            </a:r>
          </a:p>
          <a:p>
            <a:r>
              <a:rPr lang="en-US" dirty="0"/>
              <a:t>Optimize Marketing: Spend wisely in targeted campaigns</a:t>
            </a:r>
          </a:p>
          <a:p>
            <a:r>
              <a:rPr lang="en-US" dirty="0"/>
              <a:t>Reduce Admin costs: Has no meaningful impact on profits</a:t>
            </a:r>
          </a:p>
          <a:p>
            <a:r>
              <a:rPr lang="en-US" dirty="0"/>
              <a:t>Balanced approach: Focus 60–70% on R&amp;D, moderate Marketing, control Admin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E2FF49-4970-94BB-251A-CE24DF1C9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397929"/>
            <a:ext cx="11470640" cy="122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9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1CDE-D826-6E06-8D43-1ABA7F41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80D20-C520-EF68-DAE1-F1D03472FE53}"/>
              </a:ext>
            </a:extLst>
          </p:cNvPr>
          <p:cNvSpPr txBox="1"/>
          <p:nvPr/>
        </p:nvSpPr>
        <p:spPr>
          <a:xfrm>
            <a:off x="756920" y="1950720"/>
            <a:ext cx="9748520" cy="255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Regression + Power BI confirm that R&amp;D drives profitability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Admin spend should be controlled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Dashboard provides quick decision-making support</a:t>
            </a:r>
          </a:p>
        </p:txBody>
      </p:sp>
    </p:spTree>
    <p:extLst>
      <p:ext uri="{BB962C8B-B14F-4D97-AF65-F5344CB8AC3E}">
        <p14:creationId xmlns:p14="http://schemas.microsoft.com/office/powerpoint/2010/main" val="52757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430CA8-E54D-3EBD-7E9A-A731B7CDD86D}"/>
              </a:ext>
            </a:extLst>
          </p:cNvPr>
          <p:cNvSpPr/>
          <p:nvPr/>
        </p:nvSpPr>
        <p:spPr>
          <a:xfrm>
            <a:off x="599440" y="1188720"/>
            <a:ext cx="10993120" cy="485648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anUp">
              <a:avLst/>
            </a:prstTxWarp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2011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166</TotalTime>
  <Words>272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Bahnschrift SemiBold</vt:lpstr>
      <vt:lpstr>Century Gothic</vt:lpstr>
      <vt:lpstr>Wingdings 3</vt:lpstr>
      <vt:lpstr>Ion Boardroom</vt:lpstr>
      <vt:lpstr>PowerPoint Presentation</vt:lpstr>
      <vt:lpstr>Profit Analysis of 50 New Startup’s</vt:lpstr>
      <vt:lpstr>PROJECT DETAILS</vt:lpstr>
      <vt:lpstr>PROJECT OVERVIEW </vt:lpstr>
      <vt:lpstr>Dataset Snapshot: 50 Companies Across 3 States (NY, CA, FL)</vt:lpstr>
      <vt:lpstr>REGRESSION ANALYSIS IN EXCEL</vt:lpstr>
      <vt:lpstr>INSIGHTS FROM REGRESSION ANALYSIS</vt:lpstr>
      <vt:lpstr>Correlation Between Spending and Profitability</vt:lpstr>
      <vt:lpstr>PowerPoint Presentation</vt:lpstr>
      <vt:lpstr>Recommendations to the Company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Manigandan s</dc:creator>
  <cp:lastModifiedBy>ROHAN S</cp:lastModifiedBy>
  <cp:revision>2</cp:revision>
  <dcterms:created xsi:type="dcterms:W3CDTF">2025-10-07T05:11:07Z</dcterms:created>
  <dcterms:modified xsi:type="dcterms:W3CDTF">2025-10-07T08:58:23Z</dcterms:modified>
</cp:coreProperties>
</file>